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Reward 到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改 CPG 的重點鏈路：先改 policy theta，再由 action 寫入 CPG 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reward 算分 -&gt; 更新 policy theta -&gt; policy 輸出 action -&gt; _physical_action() 轉 bounds -&gt; amp_scales / phase_lags -&gt; HopfCPGParams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84048" cy="384048"/>
          </a:xfrm>
          <a:prstGeom prst="roundRect">
            <a:avLst/>
          </a:prstGeom>
          <a:solidFill>
            <a:srgbClr val="24679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reward 算分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MuJoCo 跑一步後量測 vx、漂移、yaw、能耗、action 變化。
分數高代表這個 action 讓 eel 更直、更穩、更省。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816352"/>
            <a:ext cx="457201" cy="0"/>
          </a:xfrm>
          <a:prstGeom prst="line">
            <a:avLst/>
          </a:prstGeom>
          <a:ln w="2032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25696" y="1847088"/>
            <a:ext cx="384048" cy="384048"/>
          </a:xfrm>
          <a:prstGeom prst="roundRect">
            <a:avLst/>
          </a:prstGeom>
          <a:solidFill>
            <a:srgbClr val="239182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9182"/>
                </a:solidFill>
                <a:latin typeface="Microsoft JhengHei"/>
              </a:rPr>
              <a:t>更新 policy theta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RL 演算法用 reward 調整神經網路權重 theta。
高 reward 的 action 機率提高，低 reward 的 action 機率降低。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2944" y="2816352"/>
            <a:ext cx="457200" cy="0"/>
          </a:xfrm>
          <a:prstGeom prst="line">
            <a:avLst/>
          </a:prstGeom>
          <a:ln w="2032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3024" y="1847088"/>
            <a:ext cx="384048" cy="384048"/>
          </a:xfrm>
          <a:prstGeom prst="roundRect">
            <a:avLst/>
          </a:prstGeom>
          <a:solidFill>
            <a:srgbClr val="CC8B2A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C8B2A"/>
                </a:solidFill>
                <a:latin typeface="Microsoft JhengHei"/>
              </a:rPr>
              <a:t>policy 輸出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新的 theta 讀 observation 後輸出 11 維 action。
action 仍是 normalized [-1, 1]，不是實際馬達角度。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執行時如何真正改到 CPG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action[0:6]
-&gt; amp_scales
-&gt; amp_scales_to_mu_scales()
-&gt; HopfCPGParams.mu_scales
效果：改每一節的振幅大小；某節擺大、某節擺小，身體波形就改變。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action[6:11]
-&gt; phase_lags
-&gt; HopfCPGParams.phase_lags
效果：改相鄰關節波峰出現的時間差；相位差變大/變小，推進波往尾巴傳的節奏就改變。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096512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HopfCPGParams(
  fixed frequency / wavelength / ajoint,
  mu_scales = new_mu_scales,
  phase_lags = new_phase_lags,
)
下一個控制步：Hopf CPG 用新參數積分，產生新的 q[j] servo target。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6512" y="4800600"/>
            <a:ext cx="274320" cy="0"/>
          </a:xfrm>
          <a:prstGeom prst="line">
            <a:avLst/>
          </a:prstGeom>
          <a:ln w="1778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4800600"/>
            <a:ext cx="274319" cy="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806440"/>
            <a:ext cx="103784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74C43"/>
                </a:solidFill>
                <a:latin typeface="Microsoft JhengHei"/>
              </a:rPr>
              <a:t>所以 reward 的作用不是「直接改 CPG 公式」，而是改 policy theta；policy theta 改變後，下一次 action 才會把新的振幅與相位寫進 CPG。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12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