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先掃描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波形區域。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再微修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專注改善漂移、yaw、能耗和平滑度。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可自動化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每次輸出參數、指標與驗證結果，方便比較與重跑。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下一步可以把 `auto_tune_hopf_shape.py` 的 top rows 自動餵進 RL config，讓整個流程從「人工挑參數」變成「自動產生候選、訓練、驗證、輸出最佳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0" y="187451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420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589520" y="374903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58952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67104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303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067104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751636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751636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725204" y="3599078"/>
            <a:ext cx="59939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2360" y="3959352"/>
            <a:ext cx="34290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9202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2276856"/>
            <a:ext cx="67665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93008" y="192024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2276856"/>
            <a:ext cx="68580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17920" y="19202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4032504"/>
            <a:ext cx="667511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13632" y="3657600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62472" y="4032504"/>
            <a:ext cx="68580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39712" y="3657600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" y="4032504"/>
            <a:ext cx="713232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02952" y="3657600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10789920" cy="960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用振幅 r 與相位 θ 產生連續的關節目標角。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
+ k_fb_phase fb_phase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