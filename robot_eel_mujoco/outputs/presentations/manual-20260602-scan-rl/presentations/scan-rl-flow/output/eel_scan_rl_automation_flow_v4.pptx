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
+ k_fb_phase fb_phase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13632"/>
            <a:ext cx="4846320" cy="16002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89520" y="1874519"/>
            <a:ext cx="3154680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4200" y="1874519"/>
            <a:ext cx="0" cy="187452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589520" y="3749039"/>
            <a:ext cx="3154680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589520" y="1874519"/>
            <a:ext cx="0" cy="187452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671048" y="180136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43032" y="1563623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0671048" y="367588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43032" y="34381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7516368" y="367588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34381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7516368" y="180136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563623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725204" y="3599078"/>
            <a:ext cx="59939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52360" y="3959352"/>
            <a:ext cx="34290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92024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24912" y="2276856"/>
            <a:ext cx="67665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493008" y="1920240"/>
            <a:ext cx="187451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40680" y="2276856"/>
            <a:ext cx="68580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17920" y="1920240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2331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54680" y="4032504"/>
            <a:ext cx="667511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913632" y="3657600"/>
            <a:ext cx="2057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62472" y="4032504"/>
            <a:ext cx="68580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839712" y="3657600"/>
            <a:ext cx="2148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98280" y="4032504"/>
            <a:ext cx="713232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902952" y="3657600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983480"/>
            <a:ext cx="10789920" cy="9601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CPG 定義擺尾波形；掃描與 RL 都是在調這個波形。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參數區域。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修正直游品質，長方形路徑再用 steering 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下一步可以把 `auto_tune_hopf_shape.py` 的 top rows 自動餵進 RL config，讓整個流程從「人工挑參數」變成「自動產生候選、訓練、驗證、輸出最佳 gait」。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