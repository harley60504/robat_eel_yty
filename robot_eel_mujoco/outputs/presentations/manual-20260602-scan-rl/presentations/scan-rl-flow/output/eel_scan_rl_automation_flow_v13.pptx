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Reward 到 CPG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Reward 改 CPG 的重點鏈路：先改 policy theta，再由 action 寫入 CPG 參數。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reward 算分 -&gt; 更新 policy theta -&gt; policy 輸出 action -&gt; _physical_action() 轉 bounds -&gt; amp_scales / phase_lags -&gt; HopfCPGParams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384048" cy="384048"/>
          </a:xfrm>
          <a:prstGeom prst="roundRect">
            <a:avLst/>
          </a:prstGeom>
          <a:solidFill>
            <a:srgbClr val="24679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reward 算分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MuJoCo 跑一步後量測 vx、漂移、yaw、能耗、action 變化。
分數高代表這個 action 讓 eel 更直、更穩、更省。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85615" y="2816352"/>
            <a:ext cx="457201" cy="0"/>
          </a:xfrm>
          <a:prstGeom prst="line">
            <a:avLst/>
          </a:prstGeom>
          <a:ln w="2032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25696" y="1847088"/>
            <a:ext cx="384048" cy="384048"/>
          </a:xfrm>
          <a:prstGeom prst="roundRect">
            <a:avLst/>
          </a:prstGeom>
          <a:solidFill>
            <a:srgbClr val="239182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9182"/>
                </a:solidFill>
                <a:latin typeface="Microsoft JhengHei"/>
              </a:rPr>
              <a:t>更新 policy theta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RL 演算法用 reward 調整神經網路權重 theta。
高 reward 的 action 機率提高，低 reward 的 action 機率降低。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52944" y="2816352"/>
            <a:ext cx="457200" cy="0"/>
          </a:xfrm>
          <a:prstGeom prst="line">
            <a:avLst/>
          </a:prstGeom>
          <a:ln w="2032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93024" y="1847088"/>
            <a:ext cx="384048" cy="384048"/>
          </a:xfrm>
          <a:prstGeom prst="roundRect">
            <a:avLst/>
          </a:prstGeom>
          <a:solidFill>
            <a:srgbClr val="CC8B2A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C8B2A"/>
                </a:solidFill>
                <a:latin typeface="Microsoft JhengHei"/>
              </a:rPr>
              <a:t>policy 輸出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新的 theta 讀 observation 後輸出 11 維 action。
action 仍是 normalized [-1, 1]，不是實際馬達角度。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03320"/>
            <a:ext cx="32004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執行時如何真正改到 CPG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action[0:6]
-&gt; amp_scales
-&gt; amp_scales_to_mu_scales()
-&gt; HopfCPGParams.mu_scales
效果：改每一節的振幅大小；某節擺大、某節擺小，身體波形就改變。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action[6:11]
-&gt; phase_lags
-&gt; HopfCPGParams.phase_lags
效果：改相鄰關節波峰出現的時間差；相位差變大/變小，推進波往尾巴傳的節奏就改變。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4096512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1">
                <a:solidFill>
                  <a:srgbClr val="1C242B"/>
                </a:solidFill>
                <a:latin typeface="Microsoft JhengHei"/>
              </a:rPr>
              <a:t>HopfCPGParams(
  fixed frequency / wavelength / ajoint,
  mu_scales = new_mu_scales,
  phase_lags = new_phase_lags,
)
下一個控制步：Hopf CPG 用新參數積分，產生新的 q[j] servo target。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96512" y="4800600"/>
            <a:ext cx="274320" cy="0"/>
          </a:xfrm>
          <a:prstGeom prst="line">
            <a:avLst/>
          </a:prstGeom>
          <a:ln w="1778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4800600"/>
            <a:ext cx="274319" cy="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806440"/>
            <a:ext cx="1037844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B74C43"/>
                </a:solidFill>
                <a:latin typeface="Microsoft JhengHei"/>
              </a:rPr>
              <a:t>所以 reward 的作用不是「直接改 CPG 公式」，而是改 policy theta；policy theta 改變後，下一次 action 才會把新的振幅與相位寫進 CPG。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Why PPO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不用 Q-learning 查表，因為 CPG action 是 11 維連續控制。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PPO 直接學 policy theta，讓 observation 對應到連續的 amp_scales 與 phase_lags。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74C43"/>
                </a:solidFill>
                <a:latin typeface="Microsoft JhengHei"/>
              </a:rPr>
              <a:t>Q-learning 的問題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Q-learning / DQN 核心是學 Q(s, a)：
在某 state 做某 action，未來總分大概多少。
但本研究 action 是：
6 個 amp_scales + 5 個 phase_lags
= 11 維連續 action。
若每一維只切 5 格：
5^11 = 48,828,125 種組合。
切 10 格則是 10^11 種。
結果：查表或離散化會讓 action space 爆炸，而且會破壞 CPG 參數的平滑微調。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55648"/>
            <a:ext cx="219456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PPO 的做法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PPO 是 policy-gradient / actor-critic 方法。
它不需要列出所有 action，而是直接學：
policy theta(observation) -&gt; action
在本系統中：
observation -&gt; 11 維 action
-&gt; _physical_action()
-&gt; amp_scales / phase_lags
-&gt; HopfCPGParams
PPO 用 clipped objective 限制 policy 更新幅度，讓訓練比一般 policy gradient 穩定，也比 TRPO 更容易實作與調參。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121408"/>
            <a:ext cx="3337560" cy="3310128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1C242B"/>
                </a:solidFill>
                <a:latin typeface="Microsoft JhengHei"/>
              </a:rPr>
              <a:t>放在本研究的解釋：
Q-learning 像是在 state-action 空間裡替每個候選動作估分；
PPO 則是直接調整 policy theta，讓 policy 輸出更好的連續 CPG action。
因此 reward 的作用路徑是：
reward / advantage -&gt; policy theta -&gt; continuous action -&gt; CPG shape。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870448"/>
            <a:ext cx="106984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870"/>
                </a:solidFill>
                <a:latin typeface="Microsoft JhengHei"/>
              </a:rPr>
              <a:t>論文依據：Schulman et al., Proximal Policy Optimization Algorithms, arXiv:1707.06347, 2017.  對照：Mnih et al., Human-level control through deep reinforcement learning, Nature, 2015.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12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237622" y="2741005"/>
            <a:ext cx="164592" cy="128016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374782" y="2750149"/>
            <a:ext cx="109728" cy="109728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022" y="2923885"/>
            <a:ext cx="640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239182"/>
                </a:solidFill>
                <a:latin typeface="Microsoft JhengHei"/>
              </a:rPr>
              <a:t>robot 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13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重點：CPG 負責產生擺尾波形，掃描先找穩定直游參數，RL 再在合理範圍內微調，最後用 steering 接上長方形路徑。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14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直線游泳預覽：用實際游泳與 MuJoCo 對照確認 gait 行為。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每一種動作獨立成一頁，避免總覽圖太大、細節看不清楚。</a:t>
            </a:r>
          </a:p>
        </p:txBody>
      </p:sp>
      <p:pic>
        <p:nvPicPr>
          <p:cNvPr id="6" name="Picture 5" descr="straight_real_vs_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75" y="1600200"/>
            <a:ext cx="5199648" cy="4407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C:\Users\ytyla\Pictures\straight_real_vs_mujoco.png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15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左轉游泳預覽：用實際游泳與 MuJoCo 對照確認 gait 行為。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每一種動作獨立成一頁，避免總覽圖太大、細節看不清楚。</a:t>
            </a:r>
          </a:p>
        </p:txBody>
      </p:sp>
      <p:pic>
        <p:nvPicPr>
          <p:cNvPr id="6" name="Picture 5" descr="turn_left_real_vs_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75" y="1600200"/>
            <a:ext cx="5199648" cy="4407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C:\Users\ytyla\Pictures\turn_left_real_vs_mujoco.png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16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原地左旋預覽：用實際游泳與 MuJoCo 對照確認 gait 行為。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每一種動作獨立成一頁，避免總覽圖太大、細節看不清楚。</a:t>
            </a:r>
          </a:p>
        </p:txBody>
      </p:sp>
      <p:pic>
        <p:nvPicPr>
          <p:cNvPr id="6" name="Picture 5" descr="spin_left_real_vs_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75" y="1600200"/>
            <a:ext cx="5199648" cy="44074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C:\Users\ytyla\Pictures\spin_left_real_vs_mujoco.png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