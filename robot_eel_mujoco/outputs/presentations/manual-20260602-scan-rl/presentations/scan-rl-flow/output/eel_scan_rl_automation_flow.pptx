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256032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Robot 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8595360" cy="7772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C242B"/>
                </a:solidFill>
                <a:latin typeface="Microsoft JhengHei"/>
              </a:rPr>
              <a:t>先掃描直線參數，再用 RL 微修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75104"/>
            <a:ext cx="768096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C6870"/>
                </a:solidFill>
                <a:latin typeface="Microsoft JhengHei"/>
              </a:rPr>
              <a:t>用粗搜尋先找到穩定直游的 Hopf CPG 參數區間，再讓強化學習在小範圍內修正漂移、yaw、能耗與平滑度。</a:t>
            </a:r>
          </a:p>
        </p:txBody>
      </p:sp>
      <p:sp>
        <p:nvSpPr>
          <p:cNvPr id="5" name="Oval 4"/>
          <p:cNvSpPr/>
          <p:nvPr/>
        </p:nvSpPr>
        <p:spPr>
          <a:xfrm>
            <a:off x="6624828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74636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24444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74252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24060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73867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675120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424927" y="3121761"/>
            <a:ext cx="749809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74736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924544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74352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75120" y="4069079"/>
            <a:ext cx="3749039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977639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掃描輸出
best params / top rows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4416552"/>
            <a:ext cx="9601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977639" y="3977639"/>
            <a:ext cx="2331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縮小 RL action bounds
amp + phase window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5080" y="4416552"/>
            <a:ext cx="91440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60920" y="3977639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RL 微調
reward-weighted policy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46920" y="4416552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469880" y="3977639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驗證與部署
straight swim gait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02  核心想法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不要讓 RL 從整片海裡找答案，先把可用參數區間掃出來。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掃描負責找到可前進且不太偏的初始 gait；RL 負責在可行區內做細節修正。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直接 RL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468880"/>
            <a:ext cx="1417320" cy="0"/>
          </a:xfrm>
          <a:prstGeom prst="line">
            <a:avLst/>
          </a:prstGeom>
          <a:ln w="2540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97680" y="1938528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B74C43"/>
                </a:solidFill>
                <a:latin typeface="Microsoft JhengHei"/>
              </a:rPr>
              <a:t>探索空間大
容易學到不穩定或偏航策略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8620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掃描 + RL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4206240"/>
            <a:ext cx="14173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297680" y="3675887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先取得穩定直線候選
再微調性能與魯棒性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965960"/>
            <a:ext cx="3840480" cy="3017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掃描：可平行、可重現、容易知道哪組參數好。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RL：只在掃描後的窄範圍內微調，樣本效率比較高。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最後再用同一套量測腳本驗證直線速度、側向漂移與 yaw。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03  參數掃描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掃描階段搜尋的是 CPG 形狀，而不是直接控制馬達。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目前程式把 Hopf CPG 的輸出轉成 6 個尾部關節目標角，掃描的核心是振幅比例與相位差。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29184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被掃描的 11 維參數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99032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A2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0824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42616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47088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96896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6704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6511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φ5</a:t>
            </a:r>
          </a:p>
        </p:txBody>
      </p:sp>
      <p:sp>
        <p:nvSpPr>
          <p:cNvPr id="18" name="Oval 17"/>
          <p:cNvSpPr/>
          <p:nvPr/>
        </p:nvSpPr>
        <p:spPr>
          <a:xfrm>
            <a:off x="6167628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35724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03820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71916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40012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08108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217920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986016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54112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522208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90304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0" y="3154680"/>
            <a:ext cx="3840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53712" y="2999232"/>
            <a:ext cx="1252728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715000" y="3749039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HopfCPGParams
frequency / wavelength / ajoint
mu_scales / phase_lags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41080" y="4315968"/>
            <a:ext cx="96012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692640" y="3749039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MuJoCo simulation
measure Fx, Fy, energy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343400"/>
            <a:ext cx="4937760" cy="12801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`amp_scales_to_mu_scales()` 把振幅倍率平方後餵給 Hopf 振盪器。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`phase_lags` 決定每節之間的波往後傳遞多少。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掃描不是盲目微調 servo，而是找一組可解釋的游動波形。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04  評分邏輯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的第一關，是把前向推力做大，同時壓住側向與能耗。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149840" cy="6858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score = mean_fx - fy_weight × |mean_fy| - energy_weight × energy_proxy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4679F"/>
                </a:solidFill>
                <a:latin typeface="Microsoft JhengHei"/>
              </a:rPr>
              <a:t>mean_fx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39" y="3776472"/>
            <a:ext cx="594360" cy="1207008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B74C43"/>
                </a:solidFill>
                <a:latin typeface="Microsoft JhengHei"/>
              </a:rPr>
              <a:t>|mean_fy|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4455414"/>
            <a:ext cx="594360" cy="528065"/>
          </a:xfrm>
          <a:prstGeom prst="rect">
            <a:avLst/>
          </a:prstGeom>
          <a:solidFill>
            <a:srgbClr val="B74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CC8B2A"/>
                </a:solidFill>
                <a:latin typeface="Microsoft JhengHei"/>
              </a:rPr>
              <a:t>energy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19" y="4349800"/>
            <a:ext cx="594360" cy="633679"/>
          </a:xfrm>
          <a:prstGeom prst="rect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241280" cy="7132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保留 top rows：不是只存一個 best，而是留一批候選給後續比較。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verify-seconds：最佳參數需要跑更久，避免只是在短時間偶然高分。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輸出 CSV/JSON 後，下一步可自動轉成 RL bounds。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05  RL 微修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不再負責找大方向，而是微修掃描後的可行 gait。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EelFreeSwimRLEnv 的 action 仍是 6 個振幅倍率 + 5 個相位差，reward 多加了漂移、yaw、能耗和平滑度。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掃描 top-k
best rows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61488" y="2807208"/>
            <a:ext cx="1033272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886200" y="242316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轉成 action bounds
lows / highs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08192" y="2807208"/>
            <a:ext cx="100584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205472" y="2423160"/>
            <a:ext cx="2240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RL policy learns
fine adjustment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55480" y="2807208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378440" y="2423160"/>
            <a:ext cx="1508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驗證直游
speed / drift / yaw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reward terms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forward vx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0672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lateral vy / 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12664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yaw / yaw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34656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energy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6648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C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5C6870"/>
                </a:solidFill>
                <a:latin typeface="Microsoft JhengHei"/>
              </a:rPr>
              <a:t>smooth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10607040" cy="777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掃描提供合理初始區域：RL action 不需要涵蓋所有可能。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reward 讓目標從「推得動」變成「游得直、穩、低能耗」。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若換目標，例如矩形路徑或轉彎，只要替換 reward / bounds 來源即可。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06  自動化流程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整個流程可以做成一次執行：掃描、收斂、RL、驗證、輸出報告。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設定基準參數
freq / wavelength / ajoint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產生候選
random starts + local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MuJoCo 評估
Fx / Fy / energy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516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排序與保存
top-k CSV / 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轉 RL bounds
narrow action 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訓練 RL
reward shaping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驗證直線游
speed / drift / yaw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輸出最佳 gait
params + plots + log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2316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2940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3252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697480" y="2697480"/>
            <a:ext cx="7269480" cy="155448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4663440"/>
            <a:ext cx="91440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17920" y="4663440"/>
            <a:ext cx="914400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7406640" y="2697480"/>
            <a:ext cx="411480" cy="1554480"/>
          </a:xfrm>
          <a:prstGeom prst="line">
            <a:avLst/>
          </a:prstGeom>
          <a:ln w="1905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26679" y="3310128"/>
            <a:ext cx="22860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未達門檻就回到排序/範圍設定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07  實作輸出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自動化腳本應該留下三種東西：參數、軌跡、決策依據。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1. 參數檔
best_params.json
amp_scales / phase_lags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2. 指標表
scan_results.csv
score / Fx / Fy / energy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3. 驗證軌跡
trajectory.csv / plots
x-y / yaw / velocity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5394960" cy="1554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掃描後：把 top-k 的 min/max 或 best ± margin 轉為 RL bounds。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RL 後：用相同 measurement script 重跑，避免 reward 和真實評估脫節。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最終報告：列出 baseline、scan-best、RL-best 三者比較。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703320"/>
            <a:ext cx="4754880" cy="178308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建議指令範例
python auto_tune_hopf_shape.py --xml eel_tethered.xml --output-dir outputs/hopf_shape_auto
python measure_free_swim_speed.py --amp-scales ... --phase-lags ... --csv outputs/verify.csv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08  結論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這個流程的價值，是把可解釋搜尋和資料驅動微調接起來。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4679F"/>
                </a:solidFill>
                <a:latin typeface="Microsoft JhengHei"/>
              </a:rPr>
              <a:t>先掃描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用物理模擬快速找出可直游的 CPG 波形區域。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39182"/>
                </a:solidFill>
                <a:latin typeface="Microsoft JhengHei"/>
              </a:rPr>
              <a:t>再微修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RL 專注改善漂移、yaw、能耗和平滑度。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CC8B2A"/>
                </a:solidFill>
                <a:latin typeface="Microsoft JhengHei"/>
              </a:rPr>
              <a:t>可自動化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每次輸出參數、指標與驗證結果，方便比較與重跑。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10058400" cy="7315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C242B"/>
                </a:solidFill>
                <a:latin typeface="Microsoft JhengHei"/>
              </a:rPr>
              <a:t>下一步可以把 `auto_tune_hopf_shape.py` 的 top rows 自動餵進 RL config，讓整個流程從「人工挑參數」變成「自動產生候選、訓練、驗證、輸出最佳 gait」。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