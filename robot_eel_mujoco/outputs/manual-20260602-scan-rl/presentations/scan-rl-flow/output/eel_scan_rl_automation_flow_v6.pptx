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Microsoft JhengHei"/>
              </a:rPr>
              <a:t>r ← max(0, r + dr × dt)
θ ← </a:t>
            </a:r>
            <a:r>
              <a:rPr sz="1200" b="0" dirty="0" err="1">
                <a:solidFill>
                  <a:srgbClr val="FFFFFF"/>
                </a:solidFill>
                <a:latin typeface="Microsoft JhengHei"/>
              </a:rPr>
              <a:t>wrap_pi</a:t>
            </a:r>
            <a:r>
              <a:rPr sz="1200" b="0" dirty="0">
                <a:solidFill>
                  <a:srgbClr val="FFFFFF"/>
                </a:solidFill>
                <a:latin typeface="Microsoft JhengHei"/>
              </a:rPr>
              <a:t>(θ + </a:t>
            </a:r>
            <a:r>
              <a:rPr sz="1200" b="0" dirty="0" err="1">
                <a:solidFill>
                  <a:srgbClr val="FFFFFF"/>
                </a:solidFill>
                <a:latin typeface="Microsoft JhengHei"/>
              </a:rPr>
              <a:t>dθ</a:t>
            </a:r>
            <a:r>
              <a:rPr sz="1200" b="0" dirty="0">
                <a:solidFill>
                  <a:srgbClr val="FFFFFF"/>
                </a:solidFill>
                <a:latin typeface="Microsoft JhengHei"/>
              </a:rPr>
              <a:t>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73152" rtlCol="0" anchor="ctr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73152" rtlCol="0" anchor="ctr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73152" rtlCol="0" anchor="ctr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73152" rtlCol="0" anchor="ctr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73152" rtlCol="0" anchor="ctr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4260" y="389077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09022" y="2868728"/>
            <a:ext cx="6400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700" b="1" dirty="0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bIns="82296" rtlCol="0" anchor="ctr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73152" rtlCol="0" anchor="ctr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702" y="2880360"/>
            <a:ext cx="2405977" cy="4985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0" dirty="0">
                <a:solidFill>
                  <a:srgbClr val="1C242B"/>
                </a:solidFill>
                <a:latin typeface="Microsoft JhengHei"/>
              </a:rPr>
              <a:t>CPG </a:t>
            </a:r>
            <a:r>
              <a:rPr sz="1500" b="0" dirty="0" err="1">
                <a:solidFill>
                  <a:srgbClr val="1C242B"/>
                </a:solidFill>
                <a:latin typeface="Microsoft JhengHei"/>
              </a:rPr>
              <a:t>定義擺尾波形；掃描與</a:t>
            </a:r>
            <a:r>
              <a:rPr sz="1500" b="0" dirty="0">
                <a:solidFill>
                  <a:srgbClr val="1C242B"/>
                </a:solidFill>
                <a:latin typeface="Microsoft JhengHei"/>
              </a:rPr>
              <a:t> RL </a:t>
            </a:r>
            <a:r>
              <a:rPr sz="1500" b="0" dirty="0" err="1">
                <a:solidFill>
                  <a:srgbClr val="1C242B"/>
                </a:solidFill>
                <a:latin typeface="Microsoft JhengHei"/>
              </a:rPr>
              <a:t>都是在調這個波形</a:t>
            </a:r>
            <a:r>
              <a:rPr sz="1500" b="0" dirty="0">
                <a:solidFill>
                  <a:srgbClr val="1C242B"/>
                </a:solidFill>
                <a:latin typeface="Microsoft Jheng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73152" rtlCol="0" anchor="ctr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2022" y="2880360"/>
            <a:ext cx="2405977" cy="4985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0" dirty="0" err="1">
                <a:solidFill>
                  <a:srgbClr val="1C242B"/>
                </a:solidFill>
                <a:latin typeface="Microsoft JhengHei"/>
              </a:rPr>
              <a:t>用物理模擬快速找出可直游的</a:t>
            </a:r>
            <a:r>
              <a:rPr sz="1500" b="0" dirty="0">
                <a:solidFill>
                  <a:srgbClr val="1C242B"/>
                </a:solidFill>
                <a:latin typeface="Microsoft JhengHei"/>
              </a:rPr>
              <a:t> CPG </a:t>
            </a:r>
            <a:r>
              <a:rPr sz="1500" b="0" dirty="0" err="1">
                <a:solidFill>
                  <a:srgbClr val="1C242B"/>
                </a:solidFill>
                <a:latin typeface="Microsoft JhengHei"/>
              </a:rPr>
              <a:t>參數區域</a:t>
            </a:r>
            <a:r>
              <a:rPr sz="1500" b="0" dirty="0">
                <a:solidFill>
                  <a:srgbClr val="1C242B"/>
                </a:solidFill>
                <a:latin typeface="Microsoft Jheng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73152" rtlCol="0" anchor="ctr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6739" y="2876371"/>
            <a:ext cx="2194560" cy="72943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0" dirty="0">
                <a:solidFill>
                  <a:srgbClr val="1C242B"/>
                </a:solidFill>
                <a:latin typeface="Microsoft JhengHei"/>
              </a:rPr>
              <a:t>RL </a:t>
            </a:r>
            <a:r>
              <a:rPr sz="1500" b="0" dirty="0" err="1">
                <a:solidFill>
                  <a:srgbClr val="1C242B"/>
                </a:solidFill>
                <a:latin typeface="Microsoft JhengHei"/>
              </a:rPr>
              <a:t>修正直游品質，長方形路徑再用</a:t>
            </a:r>
            <a:r>
              <a:rPr sz="1500" b="0" dirty="0">
                <a:solidFill>
                  <a:srgbClr val="1C242B"/>
                </a:solidFill>
                <a:latin typeface="Microsoft JhengHei"/>
              </a:rPr>
              <a:t> steering </a:t>
            </a:r>
            <a:r>
              <a:rPr sz="1500" b="0" dirty="0" err="1">
                <a:solidFill>
                  <a:srgbClr val="1C242B"/>
                </a:solidFill>
                <a:latin typeface="Microsoft JhengHei"/>
              </a:rPr>
              <a:t>接上</a:t>
            </a:r>
            <a:r>
              <a:rPr sz="1500" b="0" dirty="0">
                <a:solidFill>
                  <a:srgbClr val="1C242B"/>
                </a:solidFill>
                <a:latin typeface="Microsoft Jheng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392" y="4709160"/>
            <a:ext cx="9884288" cy="5909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 dirty="0" err="1">
                <a:solidFill>
                  <a:srgbClr val="1C242B"/>
                </a:solidFill>
                <a:latin typeface="Microsoft JhengHei"/>
              </a:rPr>
              <a:t>下一步可以把</a:t>
            </a:r>
            <a:r>
              <a:rPr sz="1800" b="1" dirty="0">
                <a:solidFill>
                  <a:srgbClr val="1C242B"/>
                </a:solidFill>
                <a:latin typeface="Microsoft JhengHei"/>
              </a:rPr>
              <a:t> `auto_tune_hopf_shape.py` 的 top rows </a:t>
            </a:r>
            <a:r>
              <a:rPr sz="1800" b="1" dirty="0" err="1">
                <a:solidFill>
                  <a:srgbClr val="1C242B"/>
                </a:solidFill>
                <a:latin typeface="Microsoft JhengHei"/>
              </a:rPr>
              <a:t>自動餵進</a:t>
            </a:r>
            <a:r>
              <a:rPr sz="1800" b="1" dirty="0">
                <a:solidFill>
                  <a:srgbClr val="1C242B"/>
                </a:solidFill>
                <a:latin typeface="Microsoft JhengHei"/>
              </a:rPr>
              <a:t> RL </a:t>
            </a:r>
            <a:r>
              <a:rPr sz="1800" b="1" dirty="0" err="1">
                <a:solidFill>
                  <a:srgbClr val="1C242B"/>
                </a:solidFill>
                <a:latin typeface="Microsoft JhengHei"/>
              </a:rPr>
              <a:t>config，讓整個流程從「人工挑參數」變成「自動產生候選、訓練、驗證、輸出最佳</a:t>
            </a:r>
            <a:r>
              <a:rPr sz="1800" b="1" dirty="0">
                <a:solidFill>
                  <a:srgbClr val="1C242B"/>
                </a:solidFill>
                <a:latin typeface="Microsoft JhengHei"/>
              </a:rPr>
              <a:t> gait」。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1250</Words>
  <Application>Microsoft Office PowerPoint</Application>
  <PresentationFormat>寬螢幕</PresentationFormat>
  <Paragraphs>161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王楓寓</cp:lastModifiedBy>
  <cp:revision>2</cp:revision>
  <dcterms:created xsi:type="dcterms:W3CDTF">2013-01-27T09:14:16Z</dcterms:created>
  <dcterms:modified xsi:type="dcterms:W3CDTF">2026-06-02T07:27:07Z</dcterms:modified>
  <cp:category/>
</cp:coreProperties>
</file>