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0105948" y="2912912"/>
            <a:ext cx="338786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下一步可以把 `auto_tune_hopf_shape.py` 的 top rows 自動餵進 RL config，讓整個流程從「人工挑參數」變成「自動產生候選、訓練、驗證、輸出最佳 gait」。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